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572000"/>
            <a:ext cx="2560320" cy="256032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1463040" cy="9144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914400" cy="9144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548640" cy="9144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Sarah's 2027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 Bee Journey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novice's guide — what bees are, why they matter, and the 12-month plan from chapters to nationals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will be in Grade 3 during the entire competition window.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Shell  ·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Science Bee?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a spelling bee — but for science.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are asked science questions. They have to answer fast — usually inside 30 seconds — without notes, hints, or a calculator. Top scorers advance from a regional round to a national championship.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formats: WRITTEN (multiple-choice on paper or screen) and BUZZER (read aloud, kids race to ring in).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4754880" cy="1234440"/>
          </a:xfrm>
          <a:prstGeom prst="roundRect">
            <a:avLst>
              <a:gd name="adj" fmla="val 11111"/>
            </a:avLst>
          </a:prstGeom>
          <a:solidFill>
            <a:srgbClr val="FFFCF5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103120"/>
            <a:ext cx="640080" cy="64008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955280" y="1993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they test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2377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Vocabulary, named facts, sequences, common misconceptions, exclusions ("which is NOT").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3246120"/>
            <a:ext cx="4754880" cy="1234440"/>
          </a:xfrm>
          <a:prstGeom prst="roundRect">
            <a:avLst>
              <a:gd name="adj" fmla="val 11111"/>
            </a:avLst>
          </a:prstGeom>
          <a:solidFill>
            <a:srgbClr val="FFFCF5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955280" y="34107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speed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3794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seconds per question. No hints. Single best answer.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4663440"/>
            <a:ext cx="4754880" cy="1234440"/>
          </a:xfrm>
          <a:prstGeom prst="roundRect">
            <a:avLst>
              <a:gd name="adj" fmla="val 11111"/>
            </a:avLst>
          </a:prstGeom>
          <a:solidFill>
            <a:srgbClr val="FFFCF5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49377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955280" y="48280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they lead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0" y="5212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→ National Championships. Winners get medals, savings bonds, scholarships.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for Sarah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0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15468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 vocabulary words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up over a year, retained via spaced repetition.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48640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91540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BFSU chapters at depth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1540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curriculum, anchored to a real-world goal.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48640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43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3154680" y="4389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rapid-recall reps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5029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that pays off in every test, exam, and interview for life.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48640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343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8915400" y="4389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family project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15400" y="5029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homeschooling with measurable wins along the way.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she doesn't win, the prep alone produces real, measurable learning gain.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Sarah's competition landscape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PRIMARY targets in the US (her competition window). Two OPTIONAL India events as low-stakes practice.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0" cy="36576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 (US)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228600" cy="36576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Science Bee Elementary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Buzzer-style. Online qualifier → regional → Nationals (Orlando, May 2027). Sarah competes in the 3rd Grade division.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228600" cy="36576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50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NorthSouth Foundation Junior Science Bee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526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Written. 30 questions / 30 minutes online. Grades 1-3 (Sarah eligible). Regionals Apr-Jun, Nationals Aug 2027.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468880"/>
            <a:ext cx="5486400" cy="3657600"/>
          </a:xfrm>
          <a:prstGeom prst="roundRect">
            <a:avLst>
              <a:gd name="adj" fmla="val 4500"/>
            </a:avLst>
          </a:prstGeom>
          <a:solidFill>
            <a:srgbClr val="FFFCF5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 (India practice)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2990088"/>
            <a:ext cx="228600" cy="36576"/>
          </a:xfrm>
          <a:prstGeom prst="rect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880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 International Science Olympiad — Class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337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19 or Dec 3, 2026. Pure MCQ practice. Skip if stressed.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4160520"/>
            <a:ext cx="228600" cy="36576"/>
          </a:xfrm>
          <a:prstGeom prst="rect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050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NSTSE Class 3 (Unified Council)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6560" y="4526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2027. Written, no negative marking. Single low-stakes attempt.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5532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from earlier plan: Silverzone iOS (redundant with SOF).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#1 — National Science Bee Elementary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by IAC (International Academic Competitions)  ·  iacompetitions.com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division at Nationals: 3rd Grade  (split off from "3rd &amp; Younger" starting in 2026)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6118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30175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Qualifier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MCQs · 20 minutes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attempts allowed Sep 2026 - Mar 2027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~$25/attempt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834640"/>
            <a:ext cx="36118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30175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26280" y="4069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Tournament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45720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buzzer-based prelim rounds + final 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OR online options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834640"/>
            <a:ext cx="36118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30175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412480" y="4069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45720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21-25, 2027 in Orlando, FL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prelim rounds + 2-3 playoff rounds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Medals + savings bonds for top finishers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qualifier attempts is the secret sauce — early ones are diagnostic, later ones competitive.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#2 — NorthSouth Foundation Junior Science Bee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friendlier bee — perfect first competition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volunteer-led NorthSouth Foundation (NSF). Low-pressure, supportive community, free sample papers, and a syllabus designed for Grades 1-3 specifically.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30 questions in 30 minutes, online. Single phase per regional. Top scorers per regional advance to Nationals.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for 2026-27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1206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Regional contests:    Apr - Jun 2027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National finals:           Aug 2027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Registration window:  Feb - Apr 2027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828800"/>
            <a:ext cx="4434840" cy="4572000"/>
          </a:xfrm>
          <a:prstGeom prst="roundRect">
            <a:avLst>
              <a:gd name="adj" fmla="val 37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2468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written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31821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3410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Grades 1-3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38953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41239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in 30 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0" y="46085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48371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Beginner-friendly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0" y="5321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5550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/ volunteer-led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homeschoolers participate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bees explicitly accept homeschool students. No association membership required.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0" cy="384048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NSB ELEMENTARY  ·  IAC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Sarah as an individual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an account at iacompetitions.com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Pay the qualifier fee (~$25) per attempt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Take the online qualifier from home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If invited to Regional, attend in person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OR online (her choice)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If invited to Nationals, travel to Orlando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(May 21-25, 2027)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events need no team or association.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468880"/>
            <a:ext cx="5486400" cy="3840480"/>
          </a:xfrm>
          <a:prstGeom prst="roundRect">
            <a:avLst>
              <a:gd name="adj" fmla="val 4286"/>
            </a:avLst>
          </a:prstGeom>
          <a:solidFill>
            <a:srgbClr val="FFFCF5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NSF JUNIOR SCIENCE BEE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through your nearest chapter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352044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Visit northsouth.org/regional-contests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 the chapter nearest your home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Register with that chapter (some require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 small membership fee, ~$25)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Take the regional online (30 Q / 30 min)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Top scorers per region advance to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Nationals (Aug 2027)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5943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are volunteer-led and friendly to first-timers.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12-month roadmap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2026 - Aug 2027  ·  five phases, each with a clear job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383280"/>
            <a:ext cx="548640" cy="54864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- Sep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sprint + daily DK reading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51860" y="3383280"/>
            <a:ext cx="548640" cy="54864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186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289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Qualifier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890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- Dec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2890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done + NSB attempt #1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3832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Speed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- Feb 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drills + qualifier #2-3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61020" y="3383280"/>
            <a:ext cx="548640" cy="54864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10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380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3806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- Jun 2027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3806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+ JSC regional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15600" y="3383280"/>
            <a:ext cx="548640" cy="54864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9264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9264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- Aug 2027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0" y="4114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NSB Nationals + JSC Nationals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21208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completion (~Oct 9, 2026) lines up perfectly with the first NSB qualifier window opening in Sep 2026. The early qualifier attempts are diagnostic; she's not under pressure to win them.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A  ·  MAY - SEP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foundation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PRIMARY: BFSU chapter sprint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36 chapters, 51 sessions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sessions/week starting May 4,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 weeks of slip baked in (travel, illness)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Projected finish: Friday Oct 9,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SIDE: 10 min/day bee prep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DK Encyclopedia (read 2 pages, Mon/Wed/Fri)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Spectrum Science Grade 3 (1 page Tue/Thu)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Word jar — 1 new index card per day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Bee Quiz tab on the chapter just completed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5349240" cy="4572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SATURDAY 15 MIN INCLUDES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60604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2D3F77"/>
          </a:solidFill>
          <a:ln w="12700">
            <a:solidFill>
              <a:srgbClr val="2D3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6791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random word jar cards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29900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the jar, pull 5 with eyes closed. Sarah defines each aloud.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56616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2D3F77"/>
          </a:solidFill>
          <a:ln w="12700">
            <a:solidFill>
              <a:srgbClr val="2D3F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6393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NSF JSC sample 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9502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reads aloud (buzzer practice). Score: right or wrong, no half-credit.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52628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2D3F77"/>
          </a:solidFill>
          <a:ln w="12700">
            <a:solidFill>
              <a:srgbClr val="2D3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5994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DK page flip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49103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picks 1 page from the week she liked best. Re-read together.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548640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2D3F77"/>
          </a:solidFill>
          <a:ln w="12700">
            <a:solidFill>
              <a:srgbClr val="2D3F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55595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Streak tally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58704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4+/5 cards correct. Celebrate the streak — sticker on a wall chart.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B  ·  OCT - DEC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NSB qualifier (diagnostic)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Chapters complete by mid-October. Time freed up shifts to bee work: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Spiral review of weak topics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620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word jar misses as the index)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12724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Re-study what gave Sarah trouble last week. The word jar already tracks this — cards she got wrong recently point to topics that need more work. Open the chapter that word came from, redo the lesson section, OR re-read the matching DK pages. Goal: turn a weak topic into a strong one before moving 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Bee-mode runs on completed chapters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27939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(re-take the Bee Quiz on a chapter from weeks ago)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54456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chapter she completed 2-3 weeks ago. Click the Bee Quiz tab (the bee icon). Take it timed, no hints. Score should be similar or better than the first time. If it dropped a lot, that chapter needs a refresher. This is spaced repetition for chapter understanding — same logic as the word jar but for whole topics.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349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Drop Spectrum workbook → switch to actual NSB past questions (free IAC archive)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Continue DK reading + word jar daily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468880"/>
            <a:ext cx="3703320" cy="3840480"/>
          </a:xfrm>
          <a:prstGeom prst="roundRect">
            <a:avLst>
              <a:gd name="adj" fmla="val 4444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EVENTS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Sep / Early Oct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429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NSB Qualifier #1 — pure baseline, no pressure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 19 OR Dec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9377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SOF ISO Class 3 — written MCQ practice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5852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 attempt #1: 30/50+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C  ·  JAN - FEB 2027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buzzer speed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cadence (~30 min/day)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NSB-style MCQs (written)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0552" y="24688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CE9B8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21992" y="30175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buzzer-style oral Qs · 5 sec to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24688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95344" y="30175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NSB MCQs · weak-topic focus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77256" y="24688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CE9B8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68696" y="30175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buzzer drills + DK gap-fill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50608" y="24688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42048" y="30175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Bee-mode quiz on a chapter she did months ago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23960" y="24688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CE9B8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15400" y="30175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mock NSB qualifier — 50 MCQ / 20 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97312" y="24688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FFCF5"/>
          </a:solidFill>
          <a:ln w="19050">
            <a:solidFill>
              <a:srgbClr val="E5E1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97312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88752" y="30175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qualifier attempts + optional NSTSE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Jan 2027 — NSB Qualifier Attempt #2 (target 35/50+)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Jan 2027 — OPTIONAL: NSTSE Class 3 (single low-stakes attempt)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Feb 2027 — NSB Qualifier Attempt #3 (target 40/50+)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qualify for an NSB Regional Tournament by attempt #3.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PHASES D &amp; E  ·  MAR - AUG 2027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Compete &amp; celebrate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0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2D3F77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NSB Qualifier #4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attempt if needed.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Full-pressure run.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2D3F77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NSB Regional Tournament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2976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rounds in person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online. 3 prelim + 1 final.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2D3F77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NSB Nationals · Orlando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2976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21-25, 2027.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qualified through Regional.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5440" y="2286000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2D3F77"/>
          </a:solidFill>
          <a:ln w="19050">
            <a:solidFill>
              <a:srgbClr val="F4A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NSF JSC Nationals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18320" y="42976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placed at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JSC regional.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 reaching Regionals is a major win for a 3rd grader.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prep slots into Sarah's week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36118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hrs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BFSU chapter sessions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sessions/week × 60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6118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F4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945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 min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26280" y="3337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DK + workbook + jar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794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min/day × 6 days + Sat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011680"/>
            <a:ext cx="36118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38100">
            <a:solidFill>
              <a:srgbClr val="E15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1945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4.25 hrs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412480" y="3337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per week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3794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for a 3rd grader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1247120" cy="1554480"/>
          </a:xfrm>
          <a:prstGeom prst="roundRect">
            <a:avLst>
              <a:gd name="adj" fmla="val 7059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pattern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Wed · Fri  →  Chapter session + DK reading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Thu  →  Spectrum workbook page (~5 questions)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 →  15-min word jar review + 1 NSF JSC sample question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 →  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strategy: DK + your science reader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 chapter-matched? Recommendation: a hybrid that flips between the two.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E15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Comprehensive coverage, no gaps.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Disconnected from current BFSU chapter; she may read about plants while studying matter.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48640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CHAPTER-MATCHED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Reinforces the BFSU topic she's on. Easier mastery.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May skip DK topics that BFSU doesn't cover.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377440"/>
            <a:ext cx="5486400" cy="402336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14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RECOMMENDATION  ·  HYBRID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BFSU now, sweep later, drill last.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38328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A (May-Sep '26)  Read DK sections that match the BFSU chapter she's on. Read AHEAD to prime; re-read AFTER to deepen.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B (Oct '26 →)  Chapters done. Sweep DK sections BFSU didn't cover.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C+ (Jan '27 →)  DK becomes targeted gap-fill on weak topics surfaced by quiz misses.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98932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9893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hybrid applies to any second reader (Spectrum, Science Wonders, etc.)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Word Jar — physical setup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physical jar of vocabulary cards Sarah owns. The single highest-leverage tool in this plan.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FFCF5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small jar (mason, decorative box, or candy jar)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~100 plain 3×5 index cards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Markers + stickers + washi tape for decoration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Sarah's favorite pen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~$5-10 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CE9B8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FORMAT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154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Word in big block letters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 drawing she does of what it means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4434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Definition in her own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 sentence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Tick marks (one per correct review)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611880" cy="4023360"/>
          </a:xfrm>
          <a:prstGeom prst="roundRect">
            <a:avLst>
              <a:gd name="adj" fmla="val 37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ROUTINE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8803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 / Wed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31546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DK reading, Sarah picks 1 word she didn't know. Writes it, draws it, defines it. Drops in jar.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4160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Saturday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4348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5 random cards (eyes closed). She defines aloud. Right = tick. Wrong = goes to front of jar for next week.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5623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4 ticks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5897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graduates → gold-star sticker → "Mastered" pile. Re-checked monthly.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Bee Quiz tab fits her week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chapter HTML has a Bee Quiz tab (15 questions, three modes). Use it three different ways.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51760"/>
            <a:ext cx="822960" cy="82296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4300" dirty="0"/>
          </a:p>
        </p:txBody>
      </p:sp>
      <p:sp>
        <p:nvSpPr>
          <p:cNvPr id="12" name="Text 10"/>
          <p:cNvSpPr/>
          <p:nvPr/>
        </p:nvSpPr>
        <p:spPr>
          <a:xfrm>
            <a:off x="1645920" y="25786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each chapter completes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5  ·  ~2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31821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takes Quick 5 right after finishing the chapter. Solidifies vocab and tests recall while it's fresh. ~10 min into the day she completes the chapter.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E15D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77640"/>
            <a:ext cx="822960" cy="82296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77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4300" dirty="0"/>
          </a:p>
        </p:txBody>
      </p:sp>
      <p:sp>
        <p:nvSpPr>
          <p:cNvPr id="18" name="Text 16"/>
          <p:cNvSpPr/>
          <p:nvPr/>
        </p:nvSpPr>
        <p:spPr>
          <a:xfrm>
            <a:off x="1645920" y="39044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review (Friday)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15  ·  ~7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45079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chapter she finished 2-3 weeks ago. Take Bee Mode in full. Score should hold or improve. If it dropped, that chapter goes back into spiral review.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3035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303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4300" dirty="0"/>
          </a:p>
        </p:txBody>
      </p:sp>
      <p:sp>
        <p:nvSpPr>
          <p:cNvPr id="24" name="Text 22"/>
          <p:cNvSpPr/>
          <p:nvPr/>
        </p:nvSpPr>
        <p:spPr>
          <a:xfrm>
            <a:off x="1645920" y="5230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5 chapters done (Saturday)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5577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Review  ·  ~5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58338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10 questions across all completed chapters at random. The cross-chapter test that catches misconceptions and forgotten vocab.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auto-sync to Notion → Sarah Bee Quiz Attempts database. Trend over time is the parent dashboard.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 we built for Sarah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pieces. One unified system. All data syncs to Notion automatically.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4300" dirty="0"/>
          </a:p>
        </p:txBody>
      </p:sp>
      <p:sp>
        <p:nvSpPr>
          <p:cNvPr id="12" name="Text 10"/>
          <p:cNvSpPr/>
          <p:nvPr/>
        </p:nvSpPr>
        <p:spPr>
          <a:xfrm>
            <a:off x="1645920" y="245059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BFSU chapter web apps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285292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chapter HTML files covering Life, Energy, Matter, Forces, Earth/Space. Each chapter has lessons, homework, and a 30-question mastery quiz.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94760"/>
            <a:ext cx="822960" cy="82296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4300" dirty="0"/>
          </a:p>
        </p:txBody>
      </p:sp>
      <p:sp>
        <p:nvSpPr>
          <p:cNvPr id="17" name="Text 15"/>
          <p:cNvSpPr/>
          <p:nvPr/>
        </p:nvSpPr>
        <p:spPr>
          <a:xfrm>
            <a:off x="1645920" y="377647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Bee Quiz tab in each chapter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17880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bee-style MCQs per chapter. Three modes: Quick 5, Full 15, Mixed Review. 30-sec timer. Word Cards section below.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E15D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120640"/>
            <a:ext cx="822960" cy="82296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20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4300" dirty="0"/>
          </a:p>
        </p:txBody>
      </p:sp>
      <p:sp>
        <p:nvSpPr>
          <p:cNvPr id="22" name="Text 20"/>
          <p:cNvSpPr/>
          <p:nvPr/>
        </p:nvSpPr>
        <p:spPr>
          <a:xfrm>
            <a:off x="1645920" y="510235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Jar (word-jar.html)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45920" y="550468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aggregator across all chapters. Leitner spaced repetition (NEW → LEARNING → MASTERED). 8 cards/day. Streak tracker.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 these now (~$28)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primary stack — order from Amazon this week.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CF5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DK First Encyclopedia of Science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6-9, ~128 pages.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themed sections covering most of BFSU.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recall — fact-density per page is high.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28600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CF5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2468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26280" y="30175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Spectrum Science Grade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26280" y="393192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Carson Dellosa, 144 pages.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chapters: Inquiry, Physical, Life, Earth &amp; Space, Tech, Personal/Social, History.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Reading-passage + comprehension format.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286000"/>
            <a:ext cx="3611880" cy="3657600"/>
          </a:xfrm>
          <a:prstGeom prst="roundRect">
            <a:avLst>
              <a:gd name="adj" fmla="val 4557"/>
            </a:avLst>
          </a:prstGeom>
          <a:solidFill>
            <a:srgbClr val="FFFCF5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468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412480" y="30175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 cards + small jar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0" y="393192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plain 3×5 cards.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daily word jar.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Sarah decorate the jar — ownership matters.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add-ons (Jan 2027): Spectrum Science Grade 4 + DK Science Encyclopedia (ages 9-12) — ~$25 more.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online resources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these. Cost: $0.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NSB Past Questions Archive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iacompetitions.com/.../past-questions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9992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NSB-format questions from prior years. Daily MCQ practice from Phase B onwards.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560320"/>
            <a:ext cx="594360" cy="59436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7132320" y="24231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NSF JSC Sample Paper (PDF)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7432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northsouth.org/.../JSC_SampleQ.pdf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9992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30-question sample. Print and try monthly during Phase 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931920"/>
            <a:ext cx="594360" cy="59436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1371600" y="37947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NASA Space Place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spaceplace.nasa.gov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43708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 is heavily weighted in NSB. Kid-friendly articles, videos, games.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65760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93192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31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Mystery Science (free tier)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41148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mysteryscience.com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43708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K-5 video mini-lessons. Aligned with NGSS. Great for visual learners.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2920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303520"/>
            <a:ext cx="594360" cy="59436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3100" dirty="0"/>
          </a:p>
        </p:txBody>
      </p:sp>
      <p:sp>
        <p:nvSpPr>
          <p:cNvPr id="36" name="Text 34"/>
          <p:cNvSpPr/>
          <p:nvPr/>
        </p:nvSpPr>
        <p:spPr>
          <a:xfrm>
            <a:off x="1371600" y="5166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SciShow Kids · YouTube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71600" y="54864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youtube.com/c/scishowkids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71600" y="57424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energetic explainer videos. Build science vocabulary in context.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502920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5303520"/>
            <a:ext cx="594360" cy="594360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100" dirty="0"/>
          </a:p>
        </p:txBody>
      </p:sp>
      <p:sp>
        <p:nvSpPr>
          <p:cNvPr id="42" name="Text 40"/>
          <p:cNvSpPr/>
          <p:nvPr/>
        </p:nvSpPr>
        <p:spPr>
          <a:xfrm>
            <a:off x="7132320" y="5166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 Course Kids · YouTube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0" y="54864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youtube.com/c/crashcoursekids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57424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4-min episodes covering most elementary bee topics. Watch one per chapter.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papers &amp; must-watch videos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papers (free PDFs)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NSF Junior Science Bee (Grades 1-3)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1576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northsouth.org/wp-content/uploads/2025/01/JSC_SampleQ.pdf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NSF Intermediate (Grades 4-5) — for ref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558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northsouth.org/wp-content/uploads/2025/01/ISC_SampleQ.pdf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NSF older Junior sample (2013 Nalini)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959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portal.northsouth.org/.../2013R15JSC_Nalini.pdf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NSB past questions archive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63600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iacompetitions.com/national-science-bee-...past-questions/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with Sarah (YouTube)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24231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468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IAC Science Bee Finals — 3rd &amp; Under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71576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youtube.com/watch?v=60XiE-_yXCg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92608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Her exact age group. Watch first.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32918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337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 NSB — 4th &amp; Under Finals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5844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youtube.com/watch?v=mXmmynaR9fA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379476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buzzer rounds in action.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41605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206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 Elementary &amp; Middle Championships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4531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youtube.com/playlist?list=PLR_HebM9S1ki...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466344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playlist — multiple grades.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50292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Science Bee Finals — 6th Grade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532180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youtube.com/watch?v=tVmeLVpRPow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5532120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Goal-state preview.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5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watch the 2025 3rd &amp; Under Finals together — it makes the goal feel real, not abstract.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320040"/>
            <a:ext cx="164592" cy="164592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02920"/>
            <a:ext cx="109728" cy="109728"/>
          </a:xfrm>
          <a:prstGeom prst="ellipse">
            <a:avLst/>
          </a:prstGeom>
          <a:solidFill>
            <a:srgbClr val="E15D58"/>
          </a:solidFill>
          <a:ln w="12700">
            <a:solidFill>
              <a:srgbClr val="E15D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1480" y="6400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success looks like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F4A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REALISTIC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Qualify for NSF JSC regional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attempt, low-pressure. Most prepared 3rd graders make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E15D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D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Qualify for NSB Regional Tournament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qualifier attempts. Score in top ~30% of Sarah's age band.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12471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STRETCH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166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Compete at NSB Nationals · Orlando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through the regional. Top performers get savings bonds + medals.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9436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CE9B8"/>
          </a:solidFill>
          <a:ln w="12700">
            <a:solidFill>
              <a:srgbClr val="FCE9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WIN: 200+ vocabulary words, 36 chapters of deep science, lifelong recall habits.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Science Bee Plan · 2026-27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things to start the journey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914400" cy="0"/>
          </a:xfrm>
          <a:prstGeom prst="line">
            <a:avLst/>
          </a:prstGeom>
          <a:noFill/>
          <a:ln w="38100">
            <a:solidFill>
              <a:srgbClr val="F4A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D3F77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books on Amazon (~$28)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 First Encyclopedia of Science · Spectrum Science Grade 3 · Index cards + jar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D3F77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44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the word jar with Sarah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644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 it together. Goal: 50 cards by September.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D3F77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7856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the 2025 NSB Finals together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1056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IAC Science Bee 3rd &amp; Under (YouTube). Makes the goal feel real.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35424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D3F77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72584"/>
            <a:ext cx="457200" cy="45720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6268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chapter session #1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9469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May 4, 2026. Begin BFSU at 3 sessions/week.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76672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D3F77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513832"/>
            <a:ext cx="457200" cy="45720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513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5468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the Bee Quiz prototype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57881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chapter-d3a-directions.html → Bee Quiz tab → Quick 5. Confirm Notion sync.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 is always the hardest. Books on order = momentum.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Sarah's 2027 Science Bee Plan</dc:title>
  <dc:subject>PptxGenJS Presentation</dc:subject>
  <dc:creator>Claude + Shell</dc:creator>
  <cp:lastModifiedBy>Claude + Shell</cp:lastModifiedBy>
  <cp:revision>1</cp:revision>
  <dcterms:created xsi:type="dcterms:W3CDTF">2026-04-28T15:52:54Z</dcterms:created>
  <dcterms:modified xsi:type="dcterms:W3CDTF">2026-04-28T15:52:54Z</dcterms:modified>
</cp:coreProperties>
</file>